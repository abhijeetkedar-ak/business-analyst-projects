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7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52789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Delivery Partner Strategy Assignment</a:t>
            </a:r>
            <a:r>
              <a:rPr lang="en-US" dirty="0"/>
              <a:t> </a:t>
            </a:r>
            <a:r>
              <a:rPr lang="en-IN" sz="2400" b="1" dirty="0"/>
              <a:t>Case Study Analysis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4E79"/>
                </a:solidFill>
              </a:defRPr>
            </a:pPr>
            <a:r>
              <a:t>Abhijeet Kedar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5FE2BF-F265-75F5-34C4-B4930AA430EE}"/>
              </a:ext>
            </a:extLst>
          </p:cNvPr>
          <p:cNvSpPr txBox="1"/>
          <p:nvPr/>
        </p:nvSpPr>
        <p:spPr>
          <a:xfrm>
            <a:off x="274320" y="731520"/>
            <a:ext cx="66156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b="1" dirty="0">
                <a:highlight>
                  <a:srgbClr val="00FFFF"/>
                </a:highlight>
              </a:rPr>
              <a:t>Prepared By</a:t>
            </a:r>
            <a:endParaRPr lang="en-IN" dirty="0">
              <a:highlight>
                <a:srgbClr val="00FFFF"/>
              </a:highlight>
            </a:endParaRPr>
          </a:p>
          <a:p>
            <a:pPr algn="just">
              <a:buNone/>
            </a:pPr>
            <a:r>
              <a:rPr lang="en-IN" dirty="0"/>
              <a:t>Abhijeet Kedar</a:t>
            </a:r>
          </a:p>
          <a:p>
            <a:pPr algn="just">
              <a:buNone/>
            </a:pPr>
            <a:endParaRPr lang="en-IN" dirty="0"/>
          </a:p>
          <a:p>
            <a:pPr algn="just">
              <a:buNone/>
            </a:pPr>
            <a:r>
              <a:rPr lang="en-IN" b="1" dirty="0">
                <a:highlight>
                  <a:srgbClr val="00FFFF"/>
                </a:highlight>
              </a:rPr>
              <a:t>Tools Used :</a:t>
            </a:r>
            <a:endParaRPr lang="en-IN" dirty="0">
              <a:highlight>
                <a:srgbClr val="00FFFF"/>
              </a:highlight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 Microsoft Excel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 Pivot Tables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 KPI Analysis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 Data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855504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highlight>
                  <a:srgbClr val="00FFFF"/>
                </a:highlight>
              </a:rPr>
              <a:t>Project Overview :</a:t>
            </a:r>
          </a:p>
          <a:p>
            <a:pPr algn="just"/>
            <a:r>
              <a:rPr lang="en-IN" dirty="0"/>
              <a:t>This project focused on improving delivery partner performance and operational efficiency through two key initiatives:</a:t>
            </a:r>
          </a:p>
          <a:p>
            <a:pPr algn="just"/>
            <a:r>
              <a:rPr lang="en-IN" b="1" dirty="0"/>
              <a:t>Part 1</a:t>
            </a:r>
          </a:p>
          <a:p>
            <a:pPr algn="just"/>
            <a:r>
              <a:rPr lang="en-IN" dirty="0"/>
              <a:t>Design a cost-effective benefit program to encourage higher partner participation and supply hours.</a:t>
            </a:r>
          </a:p>
          <a:p>
            <a:pPr algn="just"/>
            <a:r>
              <a:rPr lang="en-IN" b="1" dirty="0"/>
              <a:t>Part 2</a:t>
            </a:r>
          </a:p>
          <a:p>
            <a:pPr algn="just"/>
            <a:r>
              <a:rPr lang="en-IN" dirty="0"/>
              <a:t>Develop a Partner Quality Evaluation Framework to identify underperforming partners and recommend retraining actions.</a:t>
            </a:r>
          </a:p>
          <a:p>
            <a:pPr algn="just"/>
            <a:endParaRPr lang="en-IN" dirty="0"/>
          </a:p>
          <a:p>
            <a:pPr algn="just"/>
            <a:r>
              <a:rPr lang="en-IN" b="1" dirty="0">
                <a:highlight>
                  <a:srgbClr val="00FFFF"/>
                </a:highlight>
              </a:rPr>
              <a:t>Business Goals 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Improve partner availability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Control incentive costs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Enhance service quality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Support data-driven decision making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4E79"/>
                </a:solidFill>
              </a:defRPr>
            </a:pPr>
            <a:r>
              <a:t>Abhijeet Kedar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Business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848622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highlight>
                  <a:srgbClr val="00FFFF"/>
                </a:highlight>
              </a:rPr>
              <a:t>Objective 1 :</a:t>
            </a:r>
          </a:p>
          <a:p>
            <a:pPr algn="just"/>
            <a:r>
              <a:rPr lang="en-IN" dirty="0"/>
              <a:t>Design an incentive program that: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Encourages higher supply hours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Rewards participation on priority days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Maintains CPT below ₹0.90 </a:t>
            </a:r>
          </a:p>
          <a:p>
            <a:pPr algn="just"/>
            <a:endParaRPr lang="en-IN" dirty="0"/>
          </a:p>
          <a:p>
            <a:pPr algn="just"/>
            <a:r>
              <a:rPr lang="en-IN" b="1" dirty="0">
                <a:highlight>
                  <a:srgbClr val="00FFFF"/>
                </a:highlight>
              </a:rPr>
              <a:t>Objective 2 :</a:t>
            </a:r>
          </a:p>
          <a:p>
            <a:pPr algn="just"/>
            <a:r>
              <a:rPr lang="en-IN" dirty="0"/>
              <a:t>Develop a quality evaluation framework that: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Measures partner performance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Identifies improvement opportunities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Supports retraining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4E79"/>
                </a:solidFill>
              </a:defRPr>
            </a:pPr>
            <a:r>
              <a:rPr dirty="0"/>
              <a:t>Abhijeet Kedar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848622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highlight>
                  <a:srgbClr val="00FFFF"/>
                </a:highlight>
              </a:rPr>
              <a:t>Part 1 Dataset :</a:t>
            </a:r>
            <a:endParaRPr lang="en-IN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Partner ID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Date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Supply Hours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Tasks Completed </a:t>
            </a:r>
          </a:p>
          <a:p>
            <a:pPr algn="just"/>
            <a:endParaRPr lang="en-IN" dirty="0"/>
          </a:p>
          <a:p>
            <a:pPr algn="just"/>
            <a:r>
              <a:rPr lang="en-IN" b="1" dirty="0">
                <a:highlight>
                  <a:srgbClr val="00FFFF"/>
                </a:highlight>
              </a:rPr>
              <a:t>Part 2 Dataset :</a:t>
            </a:r>
            <a:endParaRPr lang="en-IN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Acceptance Rate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Cancellation Rate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Tasks Not Delivered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Partner Cancellation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Task Time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Customer Rating </a:t>
            </a:r>
          </a:p>
          <a:p>
            <a:pPr algn="just"/>
            <a:endParaRPr lang="en-IN" dirty="0"/>
          </a:p>
          <a:p>
            <a:pPr algn="just"/>
            <a:r>
              <a:rPr lang="en-IN" b="1" dirty="0">
                <a:highlight>
                  <a:srgbClr val="00FFFF"/>
                </a:highlight>
              </a:rPr>
              <a:t>Analysis Tool 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Microsoft Excel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4E79"/>
                </a:solidFill>
              </a:defRPr>
            </a:pPr>
            <a:r>
              <a:t>Abhijeet Kedar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Part 1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19" y="732503"/>
            <a:ext cx="852555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highlight>
                  <a:srgbClr val="00FFFF"/>
                </a:highlight>
              </a:rPr>
              <a:t>Benefit Program Design</a:t>
            </a:r>
          </a:p>
          <a:p>
            <a:pPr algn="just"/>
            <a:endParaRPr lang="en-IN" b="1" u="sng" dirty="0"/>
          </a:p>
          <a:p>
            <a:pPr algn="just"/>
            <a:r>
              <a:rPr lang="en-IN" b="1" dirty="0">
                <a:highlight>
                  <a:srgbClr val="00FFFF"/>
                </a:highlight>
              </a:rPr>
              <a:t>Framework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Supply-hour buckets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Base reward points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Priority-day multipliers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Incentive cost calculation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CPT evaluation </a:t>
            </a:r>
          </a:p>
          <a:p>
            <a:pPr algn="just"/>
            <a:endParaRPr lang="en-IN" dirty="0"/>
          </a:p>
          <a:p>
            <a:pPr algn="just"/>
            <a:r>
              <a:rPr lang="en-IN" b="1" dirty="0">
                <a:highlight>
                  <a:srgbClr val="00FFFF"/>
                </a:highlight>
              </a:rPr>
              <a:t>Objective</a:t>
            </a:r>
          </a:p>
          <a:p>
            <a:pPr algn="just"/>
            <a:r>
              <a:rPr lang="en-IN" dirty="0"/>
              <a:t>Increase partner participation while maintaining cost efficiency.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4E79"/>
                </a:solidFill>
              </a:defRPr>
            </a:pPr>
            <a:r>
              <a:t>Abhijeet Kedar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Part 1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9840"/>
            <a:ext cx="849376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highlight>
                  <a:srgbClr val="00FFFF"/>
                </a:highlight>
              </a:rPr>
              <a:t>Incentive Program Performance</a:t>
            </a:r>
          </a:p>
          <a:p>
            <a:pPr algn="just"/>
            <a:endParaRPr lang="en-IN" b="1" dirty="0"/>
          </a:p>
          <a:p>
            <a:pPr algn="just"/>
            <a:r>
              <a:rPr lang="en-IN" b="1" dirty="0">
                <a:highlight>
                  <a:srgbClr val="00FFFF"/>
                </a:highlight>
              </a:rPr>
              <a:t>Key Results 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Target CPT - </a:t>
            </a:r>
            <a:r>
              <a:rPr lang="en-IN" b="1" dirty="0"/>
              <a:t>₹0.90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Actual CPT - </a:t>
            </a:r>
            <a:r>
              <a:rPr lang="en-IN" b="1" dirty="0"/>
              <a:t>₹0.37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Status - Target Achieved</a:t>
            </a:r>
          </a:p>
          <a:p>
            <a:pPr algn="just"/>
            <a:endParaRPr lang="en-IN" dirty="0"/>
          </a:p>
          <a:p>
            <a:pPr algn="just"/>
            <a:r>
              <a:rPr lang="en-IN" b="1" dirty="0">
                <a:highlight>
                  <a:srgbClr val="00FFFF"/>
                </a:highlight>
              </a:rPr>
              <a:t>Key Finding :</a:t>
            </a:r>
          </a:p>
          <a:p>
            <a:pPr algn="just"/>
            <a:r>
              <a:rPr lang="en-IN" dirty="0"/>
              <a:t>The proposed incentive model remained significantly below the maximum CPT threshold while encouraging higher partner participation.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4E79"/>
                </a:solidFill>
              </a:defRPr>
            </a:pPr>
            <a:r>
              <a:t>Abhijeet Kedar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4E992F-F675-AC8F-C57F-ADA34CCC7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21" y="3813695"/>
            <a:ext cx="3908626" cy="23165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Part 2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19" y="697914"/>
            <a:ext cx="853538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highlight>
                  <a:srgbClr val="00FFFF"/>
                </a:highlight>
              </a:rPr>
              <a:t>Partner Quality Evaluation Framework</a:t>
            </a:r>
          </a:p>
          <a:p>
            <a:pPr algn="just"/>
            <a:endParaRPr lang="en-IN" b="1" dirty="0"/>
          </a:p>
          <a:p>
            <a:pPr algn="just"/>
            <a:r>
              <a:rPr lang="en-IN" b="1" dirty="0">
                <a:highlight>
                  <a:srgbClr val="00FFFF"/>
                </a:highlight>
              </a:rPr>
              <a:t>Performance Metrics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Acceptance Rate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Cancellation Rate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Tasks Not Delivered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Partner Cancellation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Task Time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Customer Rating </a:t>
            </a:r>
          </a:p>
          <a:p>
            <a:pPr algn="just"/>
            <a:endParaRPr lang="en-IN" dirty="0"/>
          </a:p>
          <a:p>
            <a:pPr algn="just"/>
            <a:r>
              <a:rPr lang="en-IN" b="1" dirty="0">
                <a:highlight>
                  <a:srgbClr val="00FFFF"/>
                </a:highlight>
              </a:rPr>
              <a:t>Evaluation Process</a:t>
            </a:r>
          </a:p>
          <a:p>
            <a:pPr algn="just"/>
            <a:r>
              <a:rPr lang="en-IN" dirty="0"/>
              <a:t>Weighted Quality Score → Performance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4E79"/>
                </a:solidFill>
              </a:defRPr>
            </a:pPr>
            <a:r>
              <a:t>Abhijeet Kedar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FDD517-4CF9-198D-7565-8F820E3AC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98" y="4163180"/>
            <a:ext cx="3498562" cy="19568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Partner Performance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02023"/>
            <a:ext cx="849703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  <a:defRPr sz="1800"/>
            </a:pPr>
            <a:r>
              <a:rPr lang="en-IN" dirty="0"/>
              <a:t>Total Partners Evaluated - </a:t>
            </a:r>
            <a:r>
              <a:rPr lang="en-IN" b="1" dirty="0"/>
              <a:t>3,553</a:t>
            </a:r>
            <a:endParaRPr lang="en-US" b="1" dirty="0"/>
          </a:p>
          <a:p>
            <a:pPr marL="285750" indent="-285750" algn="just">
              <a:buFont typeface="Arial" panose="020B0604020202020204" pitchFamily="34" charset="0"/>
              <a:buChar char="•"/>
              <a:defRPr sz="1800"/>
            </a:pPr>
            <a:r>
              <a:rPr dirty="0"/>
              <a:t>Excellent</a:t>
            </a:r>
            <a:r>
              <a:rPr lang="en-US" dirty="0"/>
              <a:t> -</a:t>
            </a:r>
            <a:r>
              <a:rPr dirty="0"/>
              <a:t> </a:t>
            </a:r>
            <a:r>
              <a:rPr b="1" dirty="0"/>
              <a:t>2,971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800"/>
            </a:pPr>
            <a:r>
              <a:rPr dirty="0"/>
              <a:t>Good</a:t>
            </a:r>
            <a:r>
              <a:rPr lang="en-US" dirty="0"/>
              <a:t> -</a:t>
            </a:r>
            <a:r>
              <a:rPr dirty="0"/>
              <a:t> </a:t>
            </a:r>
            <a:r>
              <a:rPr b="1" dirty="0"/>
              <a:t>523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800"/>
            </a:pPr>
            <a:r>
              <a:rPr dirty="0"/>
              <a:t>Needs Improvement</a:t>
            </a:r>
            <a:r>
              <a:rPr lang="en-US" dirty="0"/>
              <a:t> -</a:t>
            </a:r>
            <a:r>
              <a:rPr dirty="0"/>
              <a:t> </a:t>
            </a:r>
            <a:r>
              <a:rPr b="1" dirty="0"/>
              <a:t>14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 sz="1800"/>
            </a:pPr>
            <a:r>
              <a:rPr dirty="0"/>
              <a:t>Retraining Required</a:t>
            </a:r>
            <a:r>
              <a:rPr lang="en-US" dirty="0"/>
              <a:t> -</a:t>
            </a:r>
            <a:r>
              <a:rPr dirty="0"/>
              <a:t> </a:t>
            </a:r>
            <a:r>
              <a:rPr b="1" dirty="0"/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4E79"/>
                </a:solidFill>
              </a:defRPr>
            </a:pPr>
            <a:r>
              <a:t>Abhijeet Kedar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Partner Performance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2978" y="3804530"/>
            <a:ext cx="85648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highlight>
                  <a:srgbClr val="00FFFF"/>
                </a:highlight>
              </a:rPr>
              <a:t>Key Observation :</a:t>
            </a:r>
          </a:p>
          <a:p>
            <a:pPr algn="just"/>
            <a:r>
              <a:rPr lang="en-IN" dirty="0"/>
              <a:t>Approximately 84% of delivery partners were classified as Excellent performers, demonstrating strong overall network performance.</a:t>
            </a:r>
          </a:p>
          <a:p>
            <a:pPr algn="just">
              <a:defRPr sz="1800"/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4E79"/>
                </a:solidFill>
              </a:defRPr>
            </a:pPr>
            <a:r>
              <a:t>Abhijeet Kedar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B78B16-D7CA-1E0A-2938-28FB23E8D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78" y="779262"/>
            <a:ext cx="4748980" cy="28266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8534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/>
              <a:t>Insight 1</a:t>
            </a:r>
          </a:p>
          <a:p>
            <a:pPr algn="just"/>
            <a:r>
              <a:rPr lang="en-IN" dirty="0"/>
              <a:t>The incentive framework achieved a </a:t>
            </a:r>
            <a:r>
              <a:rPr lang="en-IN" b="1" dirty="0"/>
              <a:t>CPT</a:t>
            </a:r>
            <a:r>
              <a:rPr lang="en-IN" dirty="0"/>
              <a:t> of </a:t>
            </a:r>
            <a:r>
              <a:rPr lang="en-IN" b="1" dirty="0"/>
              <a:t>₹0.37</a:t>
            </a:r>
            <a:r>
              <a:rPr lang="en-IN" dirty="0"/>
              <a:t>, well </a:t>
            </a:r>
            <a:r>
              <a:rPr lang="en-IN" b="1" dirty="0"/>
              <a:t>below</a:t>
            </a:r>
            <a:r>
              <a:rPr lang="en-IN" dirty="0"/>
              <a:t> the </a:t>
            </a:r>
            <a:r>
              <a:rPr lang="en-IN" b="1" dirty="0"/>
              <a:t>target threshold</a:t>
            </a:r>
            <a:r>
              <a:rPr lang="en-IN" dirty="0"/>
              <a:t>.</a:t>
            </a:r>
          </a:p>
          <a:p>
            <a:pPr algn="just"/>
            <a:endParaRPr lang="en-IN" dirty="0"/>
          </a:p>
          <a:p>
            <a:pPr algn="just"/>
            <a:r>
              <a:rPr lang="en-IN" b="1" dirty="0"/>
              <a:t>Insight 2</a:t>
            </a:r>
          </a:p>
          <a:p>
            <a:pPr algn="just"/>
            <a:r>
              <a:rPr lang="en-IN" dirty="0"/>
              <a:t>The </a:t>
            </a:r>
            <a:r>
              <a:rPr lang="en-IN" b="1" dirty="0"/>
              <a:t>majority of delivery partners </a:t>
            </a:r>
            <a:r>
              <a:rPr lang="en-IN" dirty="0"/>
              <a:t>demonstrated </a:t>
            </a:r>
            <a:r>
              <a:rPr lang="en-IN" b="1" dirty="0"/>
              <a:t>excellent performance</a:t>
            </a:r>
            <a:r>
              <a:rPr lang="en-IN" dirty="0"/>
              <a:t>.</a:t>
            </a:r>
          </a:p>
          <a:p>
            <a:pPr algn="just"/>
            <a:endParaRPr lang="en-IN" dirty="0"/>
          </a:p>
          <a:p>
            <a:pPr algn="just"/>
            <a:r>
              <a:rPr lang="en-IN" b="1" dirty="0"/>
              <a:t>Insight 3</a:t>
            </a:r>
          </a:p>
          <a:p>
            <a:pPr algn="just"/>
            <a:r>
              <a:rPr lang="en-IN" dirty="0"/>
              <a:t>Only </a:t>
            </a:r>
            <a:r>
              <a:rPr lang="en-IN" b="1" dirty="0"/>
              <a:t>59 partners </a:t>
            </a:r>
            <a:r>
              <a:rPr lang="en-IN" dirty="0"/>
              <a:t>require </a:t>
            </a:r>
            <a:r>
              <a:rPr lang="en-IN" b="1" dirty="0"/>
              <a:t>coaching</a:t>
            </a:r>
            <a:r>
              <a:rPr lang="en-IN" dirty="0"/>
              <a:t> or </a:t>
            </a:r>
            <a:r>
              <a:rPr lang="en-IN" b="1" dirty="0"/>
              <a:t>retraining</a:t>
            </a:r>
            <a:r>
              <a:rPr lang="en-IN" dirty="0"/>
              <a:t>.</a:t>
            </a:r>
          </a:p>
          <a:p>
            <a:pPr algn="just"/>
            <a:endParaRPr lang="en-IN" dirty="0"/>
          </a:p>
          <a:p>
            <a:pPr algn="just"/>
            <a:r>
              <a:rPr lang="en-IN" b="1" dirty="0"/>
              <a:t>Insight 4</a:t>
            </a:r>
          </a:p>
          <a:p>
            <a:pPr algn="just"/>
            <a:r>
              <a:rPr lang="en-IN" dirty="0"/>
              <a:t>Targeted improvement initiatives can enhance service quality while minimizing operational costs.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4E79"/>
                </a:solidFill>
              </a:defRPr>
            </a:pPr>
            <a:r>
              <a:t>Abhijeet Kedar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11200"/>
            <a:ext cx="83921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b="1" dirty="0">
                <a:highlight>
                  <a:srgbClr val="00FFFF"/>
                </a:highlight>
              </a:rPr>
              <a:t>Incentive Program 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Implement the proposed reward framework.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Continue monitoring CPT.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algn="just"/>
            <a:r>
              <a:rPr lang="en-IN" b="1" dirty="0">
                <a:highlight>
                  <a:srgbClr val="00FFFF"/>
                </a:highlight>
              </a:rPr>
              <a:t>Quality Framework 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Recognize high-performing partners.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Provide coaching for moderate performers.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Conduct mandatory retraining for low performers.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4E79"/>
                </a:solidFill>
              </a:defRPr>
            </a:pPr>
            <a:r>
              <a:t>Abhijeet Kedar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721688"/>
            <a:ext cx="842493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/>
              <a:t>The analysis successfully addressed both business objectives by developing a cost-efficient incentive program and a structured Partner Quality Evaluation Framework.</a:t>
            </a:r>
          </a:p>
          <a:p>
            <a:pPr algn="just"/>
            <a:endParaRPr lang="en-IN" dirty="0"/>
          </a:p>
          <a:p>
            <a:pPr algn="just"/>
            <a:r>
              <a:rPr lang="en-IN" dirty="0"/>
              <a:t>The proposed solutions support: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Improved partner engagement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Enhanced service quality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Better operational efficiency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Sustainable business growth </a:t>
            </a:r>
          </a:p>
          <a:p>
            <a:pPr algn="just"/>
            <a:endParaRPr lang="en-IN" dirty="0"/>
          </a:p>
          <a:p>
            <a:pPr algn="just"/>
            <a:r>
              <a:rPr lang="en-IN" b="1" dirty="0"/>
              <a:t>Thank You</a:t>
            </a:r>
          </a:p>
          <a:p>
            <a:pPr algn="just"/>
            <a:endParaRPr lang="en-IN" b="1" dirty="0"/>
          </a:p>
          <a:p>
            <a:r>
              <a:rPr lang="en-IN" b="1" dirty="0"/>
              <a:t>Prepared By</a:t>
            </a:r>
            <a:br>
              <a:rPr lang="en-IN" dirty="0"/>
            </a:br>
            <a:r>
              <a:rPr lang="en-IN" dirty="0"/>
              <a:t>Abhijeet Kedar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F4E79"/>
                </a:solidFill>
              </a:defRPr>
            </a:pPr>
            <a:r>
              <a:t>Abhijeet Kedar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482</Words>
  <Application>Microsoft Office PowerPoint</Application>
  <PresentationFormat>On-screen Show (4:3)</PresentationFormat>
  <Paragraphs>140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Abhijeet Kedar</dc:creator>
  <cp:keywords/>
  <dc:description>generated using python-pptx</dc:description>
  <cp:lastModifiedBy>Abhijeet Kedar</cp:lastModifiedBy>
  <cp:revision>2</cp:revision>
  <dcterms:created xsi:type="dcterms:W3CDTF">2013-01-27T09:14:16Z</dcterms:created>
  <dcterms:modified xsi:type="dcterms:W3CDTF">2026-06-22T13:03:44Z</dcterms:modified>
  <cp:category/>
</cp:coreProperties>
</file>